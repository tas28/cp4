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handoutMasterIdLst>
    <p:handoutMasterId r:id="rId28"/>
  </p:handoutMasterIdLst>
  <p:sldIdLst>
    <p:sldId id="256" r:id="rId2"/>
    <p:sldId id="299" r:id="rId3"/>
    <p:sldId id="300" r:id="rId4"/>
    <p:sldId id="257" r:id="rId5"/>
    <p:sldId id="258" r:id="rId6"/>
    <p:sldId id="264" r:id="rId7"/>
    <p:sldId id="259" r:id="rId8"/>
    <p:sldId id="260" r:id="rId9"/>
    <p:sldId id="262" r:id="rId10"/>
    <p:sldId id="263" r:id="rId11"/>
    <p:sldId id="265" r:id="rId12"/>
    <p:sldId id="266" r:id="rId13"/>
    <p:sldId id="268" r:id="rId14"/>
    <p:sldId id="269" r:id="rId15"/>
    <p:sldId id="270" r:id="rId16"/>
    <p:sldId id="272" r:id="rId17"/>
    <p:sldId id="274" r:id="rId18"/>
    <p:sldId id="276" r:id="rId19"/>
    <p:sldId id="275" r:id="rId20"/>
    <p:sldId id="278" r:id="rId21"/>
    <p:sldId id="279" r:id="rId22"/>
    <p:sldId id="280" r:id="rId23"/>
    <p:sldId id="281" r:id="rId24"/>
    <p:sldId id="282" r:id="rId25"/>
    <p:sldId id="283" r:id="rId26"/>
    <p:sldId id="298" r:id="rId27"/>
  </p:sldIdLst>
  <p:sldSz cx="9144000" cy="6858000" type="screen4x3"/>
  <p:notesSz cx="6881813" cy="10002838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ustomXml" Target="../customXml/item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35" Type="http://schemas.openxmlformats.org/officeDocument/2006/relationships/customXml" Target="../customXml/item3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913" cy="5000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sz="quarter" idx="1"/>
          </p:nvPr>
        </p:nvSpPr>
        <p:spPr>
          <a:xfrm>
            <a:off x="3897313" y="0"/>
            <a:ext cx="2982912" cy="5000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900369-E7C8-44F7-9F00-2A31A3BF9D87}" type="datetimeFigureOut">
              <a:rPr lang="pt-PT" smtClean="0"/>
              <a:t>27/07/2020</a:t>
            </a:fld>
            <a:endParaRPr lang="pt-PT"/>
          </a:p>
        </p:txBody>
      </p:sp>
      <p:sp>
        <p:nvSpPr>
          <p:cNvPr id="4" name="Marcador de Posição do Rodapé 3"/>
          <p:cNvSpPr>
            <a:spLocks noGrp="1"/>
          </p:cNvSpPr>
          <p:nvPr>
            <p:ph type="ftr" sz="quarter" idx="2"/>
          </p:nvPr>
        </p:nvSpPr>
        <p:spPr>
          <a:xfrm>
            <a:off x="0" y="9501188"/>
            <a:ext cx="2982913" cy="5000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5" name="Marcador de Posição do Número do Diapositivo 4"/>
          <p:cNvSpPr>
            <a:spLocks noGrp="1"/>
          </p:cNvSpPr>
          <p:nvPr>
            <p:ph type="sldNum" sz="quarter" idx="3"/>
          </p:nvPr>
        </p:nvSpPr>
        <p:spPr>
          <a:xfrm>
            <a:off x="3897313" y="9501188"/>
            <a:ext cx="2982912" cy="5000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CD7DD0-534A-47D4-8741-8D7B782BC585}" type="slidenum">
              <a:rPr lang="pt-PT" smtClean="0"/>
              <a:t>‹nº›</a:t>
            </a:fld>
            <a:endParaRPr lang="pt-P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rredondar Rectângulo de Canto Diagonal 6"/>
          <p:cNvSpPr/>
          <p:nvPr/>
        </p:nvSpPr>
        <p:spPr>
          <a:xfrm>
            <a:off x="164592" y="146304"/>
            <a:ext cx="8814816" cy="2505456"/>
          </a:xfrm>
          <a:prstGeom prst="round2DiagRect">
            <a:avLst>
              <a:gd name="adj1" fmla="val 11807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464234" y="381001"/>
            <a:ext cx="8229600" cy="2209800"/>
          </a:xfrm>
        </p:spPr>
        <p:txBody>
          <a:bodyPr lIns="45720" rIns="228600" anchor="b">
            <a:normAutofit/>
          </a:bodyPr>
          <a:lstStyle>
            <a:lvl1pPr marL="0" algn="r">
              <a:defRPr sz="4800"/>
            </a:lvl1pPr>
            <a:extLst/>
          </a:lstStyle>
          <a:p>
            <a:r>
              <a:rPr kumimoji="0" lang="pt-PT"/>
              <a:t>Clique para editar o estilo</a:t>
            </a:r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2133600" y="2819400"/>
            <a:ext cx="6560234" cy="1752600"/>
          </a:xfrm>
        </p:spPr>
        <p:txBody>
          <a:bodyPr lIns="45720" rIns="246888"/>
          <a:lstStyle>
            <a:lvl1pPr marL="0" indent="0" algn="r">
              <a:spcBef>
                <a:spcPts val="0"/>
              </a:spcBef>
              <a:buNone/>
              <a:defRPr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pt-PT"/>
              <a:t>Faça clique para editar o estilo</a:t>
            </a:r>
            <a:endParaRPr kumimoji="0" lang="en-US"/>
          </a:p>
        </p:txBody>
      </p:sp>
      <p:sp>
        <p:nvSpPr>
          <p:cNvPr id="10" name="Marcador de Posição da Data 9"/>
          <p:cNvSpPr>
            <a:spLocks noGrp="1"/>
          </p:cNvSpPr>
          <p:nvPr>
            <p:ph type="dt" sz="half" idx="10"/>
          </p:nvPr>
        </p:nvSpPr>
        <p:spPr>
          <a:xfrm>
            <a:off x="5562600" y="6509004"/>
            <a:ext cx="3002280" cy="274320"/>
          </a:xfrm>
        </p:spPr>
        <p:txBody>
          <a:bodyPr vert="horz" rtlCol="0"/>
          <a:lstStyle/>
          <a:p>
            <a:fld id="{4A18C4D2-62ED-4786-8699-D28C8A0E3610}" type="datetimeFigureOut">
              <a:rPr lang="pt-PT" smtClean="0"/>
              <a:pPr/>
              <a:t>27/07/2020</a:t>
            </a:fld>
            <a:endParaRPr lang="pt-PT" dirty="0"/>
          </a:p>
        </p:txBody>
      </p:sp>
      <p:sp>
        <p:nvSpPr>
          <p:cNvPr id="11" name="Marcador de Posição do Número do Diapositivo 10"/>
          <p:cNvSpPr>
            <a:spLocks noGrp="1"/>
          </p:cNvSpPr>
          <p:nvPr>
            <p:ph type="sldNum" sz="quarter" idx="11"/>
          </p:nvPr>
        </p:nvSpPr>
        <p:spPr>
          <a:xfrm>
            <a:off x="8638952" y="6509004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E4DFE9F8-D656-4115-A0AB-21CC8E7B0CDA}" type="slidenum">
              <a:rPr lang="pt-PT" smtClean="0"/>
              <a:pPr/>
              <a:t>‹nº›</a:t>
            </a:fld>
            <a:endParaRPr lang="pt-PT" dirty="0"/>
          </a:p>
        </p:txBody>
      </p:sp>
      <p:sp>
        <p:nvSpPr>
          <p:cNvPr id="12" name="Marcador de Posição do Rodapé 11"/>
          <p:cNvSpPr>
            <a:spLocks noGrp="1"/>
          </p:cNvSpPr>
          <p:nvPr>
            <p:ph type="ftr" sz="quarter" idx="12"/>
          </p:nvPr>
        </p:nvSpPr>
        <p:spPr>
          <a:xfrm>
            <a:off x="1600200" y="6509004"/>
            <a:ext cx="3907464" cy="274320"/>
          </a:xfrm>
        </p:spPr>
        <p:txBody>
          <a:bodyPr vert="horz" rtlCol="0"/>
          <a:lstStyle/>
          <a:p>
            <a:endParaRPr lang="pt-PT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c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ângulo 6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PT"/>
              <a:t>Clique para editar o estilo</a:t>
            </a:r>
            <a:endParaRPr kumimoji="0" lang="en-US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pt-PT"/>
              <a:t>Clique para editar os estilos</a:t>
            </a:r>
          </a:p>
          <a:p>
            <a:pPr lvl="1" eaLnBrk="1" latinLnBrk="0" hangingPunct="1"/>
            <a:r>
              <a:rPr lang="pt-PT"/>
              <a:t>Segundo nível</a:t>
            </a:r>
          </a:p>
          <a:p>
            <a:pPr lvl="2" eaLnBrk="1" latinLnBrk="0" hangingPunct="1"/>
            <a:r>
              <a:rPr lang="pt-PT"/>
              <a:t>Terceiro nível</a:t>
            </a:r>
          </a:p>
          <a:p>
            <a:pPr lvl="3" eaLnBrk="1" latinLnBrk="0" hangingPunct="1"/>
            <a:r>
              <a:rPr lang="pt-PT"/>
              <a:t>Quarto nível</a:t>
            </a:r>
          </a:p>
          <a:p>
            <a:pPr lvl="4" eaLnBrk="1" latinLnBrk="0" hangingPunct="1"/>
            <a:r>
              <a:rPr lang="pt-PT"/>
              <a:t>Quinto nível</a:t>
            </a:r>
            <a:endParaRPr kumimoji="0" lang="en-US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8C4D2-62ED-4786-8699-D28C8A0E3610}" type="datetimeFigureOut">
              <a:rPr lang="pt-PT" smtClean="0"/>
              <a:pPr/>
              <a:t>27/07/2020</a:t>
            </a:fld>
            <a:endParaRPr lang="pt-PT" dirty="0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FE9F8-D656-4115-A0AB-21CC8E7B0CDA}" type="slidenum">
              <a:rPr lang="pt-PT" smtClean="0"/>
              <a:pPr/>
              <a:t>‹nº›</a:t>
            </a:fld>
            <a:endParaRPr lang="pt-PT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cçã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ângulo 6"/>
          <p:cNvSpPr/>
          <p:nvPr/>
        </p:nvSpPr>
        <p:spPr>
          <a:xfrm>
            <a:off x="1000128" y="3267456"/>
            <a:ext cx="74066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76" y="498230"/>
            <a:ext cx="7772400" cy="2731008"/>
          </a:xfrm>
        </p:spPr>
        <p:txBody>
          <a:bodyPr rIns="100584"/>
          <a:lstStyle>
            <a:lvl1pPr algn="r">
              <a:buNone/>
              <a:defRPr sz="4000" b="1" cap="none">
                <a:solidFill>
                  <a:schemeClr val="accent1">
                    <a:tint val="95000"/>
                    <a:satMod val="200000"/>
                  </a:schemeClr>
                </a:solidFill>
              </a:defRPr>
            </a:lvl1pPr>
            <a:extLst/>
          </a:lstStyle>
          <a:p>
            <a:r>
              <a:rPr kumimoji="0" lang="pt-PT"/>
              <a:t>Clique para editar o estilo</a:t>
            </a:r>
            <a:endParaRPr kumimoji="0" lang="en-US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722313" y="3287713"/>
            <a:ext cx="7772400" cy="1509712"/>
          </a:xfrm>
        </p:spPr>
        <p:txBody>
          <a:bodyPr rIns="128016" anchor="t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pt-PT"/>
              <a:t>Clique para editar os estilos</a:t>
            </a:r>
          </a:p>
        </p:txBody>
      </p:sp>
      <p:sp>
        <p:nvSpPr>
          <p:cNvPr id="8" name="Marcador de Posição da Data 7"/>
          <p:cNvSpPr>
            <a:spLocks noGrp="1"/>
          </p:cNvSpPr>
          <p:nvPr>
            <p:ph type="dt" sz="half" idx="10"/>
          </p:nvPr>
        </p:nvSpPr>
        <p:spPr>
          <a:xfrm>
            <a:off x="5562600" y="6513670"/>
            <a:ext cx="3002280" cy="274320"/>
          </a:xfrm>
        </p:spPr>
        <p:txBody>
          <a:bodyPr vert="horz" rtlCol="0"/>
          <a:lstStyle/>
          <a:p>
            <a:fld id="{4A18C4D2-62ED-4786-8699-D28C8A0E3610}" type="datetimeFigureOut">
              <a:rPr lang="pt-PT" smtClean="0"/>
              <a:pPr/>
              <a:t>27/07/2020</a:t>
            </a:fld>
            <a:endParaRPr lang="pt-PT" dirty="0"/>
          </a:p>
        </p:txBody>
      </p:sp>
      <p:sp>
        <p:nvSpPr>
          <p:cNvPr id="9" name="Marcador de Posição do Número do Diapositivo 8"/>
          <p:cNvSpPr>
            <a:spLocks noGrp="1"/>
          </p:cNvSpPr>
          <p:nvPr>
            <p:ph type="sldNum" sz="quarter" idx="11"/>
          </p:nvPr>
        </p:nvSpPr>
        <p:spPr>
          <a:xfrm>
            <a:off x="8638952" y="6513670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E4DFE9F8-D656-4115-A0AB-21CC8E7B0CDA}" type="slidenum">
              <a:rPr lang="pt-PT" smtClean="0"/>
              <a:pPr/>
              <a:t>‹nº›</a:t>
            </a:fld>
            <a:endParaRPr lang="pt-PT" dirty="0"/>
          </a:p>
        </p:txBody>
      </p:sp>
      <p:sp>
        <p:nvSpPr>
          <p:cNvPr id="10" name="Marcador de Posição do Rodapé 9"/>
          <p:cNvSpPr>
            <a:spLocks noGrp="1"/>
          </p:cNvSpPr>
          <p:nvPr>
            <p:ph type="ftr" sz="quarter" idx="12"/>
          </p:nvPr>
        </p:nvSpPr>
        <p:spPr>
          <a:xfrm>
            <a:off x="1600200" y="6513670"/>
            <a:ext cx="3907464" cy="274320"/>
          </a:xfrm>
        </p:spPr>
        <p:txBody>
          <a:bodyPr vert="horz" rtlCol="0"/>
          <a:lstStyle/>
          <a:p>
            <a:endParaRPr lang="pt-PT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PT"/>
              <a:t>Clique para editar o estilo</a:t>
            </a:r>
            <a:endParaRPr kumimoji="0" lang="en-US"/>
          </a:p>
        </p:txBody>
      </p:sp>
      <p:sp>
        <p:nvSpPr>
          <p:cNvPr id="3" name="Marcador de Posição de Conteúdo 2"/>
          <p:cNvSpPr>
            <a:spLocks noGrp="1"/>
          </p:cNvSpPr>
          <p:nvPr>
            <p:ph sz="half" idx="1"/>
          </p:nvPr>
        </p:nvSpPr>
        <p:spPr>
          <a:xfrm>
            <a:off x="457200" y="1645920"/>
            <a:ext cx="4038600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pt-PT"/>
              <a:t>Clique para editar os estilos</a:t>
            </a:r>
          </a:p>
          <a:p>
            <a:pPr lvl="1" eaLnBrk="1" latinLnBrk="0" hangingPunct="1"/>
            <a:r>
              <a:rPr lang="pt-PT"/>
              <a:t>Segundo nível</a:t>
            </a:r>
          </a:p>
          <a:p>
            <a:pPr lvl="2" eaLnBrk="1" latinLnBrk="0" hangingPunct="1"/>
            <a:r>
              <a:rPr lang="pt-PT"/>
              <a:t>Terceiro nível</a:t>
            </a:r>
          </a:p>
          <a:p>
            <a:pPr lvl="3" eaLnBrk="1" latinLnBrk="0" hangingPunct="1"/>
            <a:r>
              <a:rPr lang="pt-PT"/>
              <a:t>Quarto nível</a:t>
            </a:r>
          </a:p>
          <a:p>
            <a:pPr lvl="4" eaLnBrk="1" latinLnBrk="0" hangingPunct="1"/>
            <a:r>
              <a:rPr lang="pt-PT"/>
              <a:t>Quinto nível</a:t>
            </a:r>
            <a:endParaRPr kumimoji="0" lang="en-US"/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4648200" y="1645920"/>
            <a:ext cx="4038600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pt-PT"/>
              <a:t>Clique para editar os estilos</a:t>
            </a:r>
          </a:p>
          <a:p>
            <a:pPr lvl="1" eaLnBrk="1" latinLnBrk="0" hangingPunct="1"/>
            <a:r>
              <a:rPr lang="pt-PT"/>
              <a:t>Segundo nível</a:t>
            </a:r>
          </a:p>
          <a:p>
            <a:pPr lvl="2" eaLnBrk="1" latinLnBrk="0" hangingPunct="1"/>
            <a:r>
              <a:rPr lang="pt-PT"/>
              <a:t>Terceiro nível</a:t>
            </a:r>
          </a:p>
          <a:p>
            <a:pPr lvl="3" eaLnBrk="1" latinLnBrk="0" hangingPunct="1"/>
            <a:r>
              <a:rPr lang="pt-PT"/>
              <a:t>Quarto nível</a:t>
            </a:r>
          </a:p>
          <a:p>
            <a:pPr lvl="4" eaLnBrk="1" latinLnBrk="0" hangingPunct="1"/>
            <a:r>
              <a:rPr lang="pt-PT"/>
              <a:t>Quinto nível</a:t>
            </a:r>
            <a:endParaRPr kumimoji="0" lang="en-US"/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8C4D2-62ED-4786-8699-D28C8A0E3610}" type="datetimeFigureOut">
              <a:rPr lang="pt-PT" smtClean="0"/>
              <a:pPr/>
              <a:t>27/07/2020</a:t>
            </a:fld>
            <a:endParaRPr lang="pt-PT" dirty="0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>
          <a:xfrm>
            <a:off x="8641080" y="6514568"/>
            <a:ext cx="464288" cy="274320"/>
          </a:xfrm>
        </p:spPr>
        <p:txBody>
          <a:bodyPr/>
          <a:lstStyle/>
          <a:p>
            <a:fld id="{E4DFE9F8-D656-4115-A0AB-21CC8E7B0CDA}" type="slidenum">
              <a:rPr lang="pt-PT" smtClean="0"/>
              <a:pPr/>
              <a:t>‹nº›</a:t>
            </a:fld>
            <a:endParaRPr lang="pt-PT" dirty="0"/>
          </a:p>
        </p:txBody>
      </p:sp>
      <p:sp>
        <p:nvSpPr>
          <p:cNvPr id="10" name="Rectângulo 9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ângulo 9"/>
          <p:cNvSpPr/>
          <p:nvPr/>
        </p:nvSpPr>
        <p:spPr>
          <a:xfrm>
            <a:off x="616744" y="216521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b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1" name="Rectângulo 10"/>
          <p:cNvSpPr/>
          <p:nvPr/>
        </p:nvSpPr>
        <p:spPr>
          <a:xfrm>
            <a:off x="4800600" y="216521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b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51948"/>
            <a:ext cx="8229600" cy="114300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kumimoji="0" lang="pt-PT"/>
              <a:t>Clique para editar o estilo</a:t>
            </a:r>
            <a:endParaRPr kumimoji="0" lang="en-US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>
            <a:noAutofit/>
          </a:bodyPr>
          <a:lstStyle>
            <a:lvl1pPr marL="91440" indent="0" algn="l">
              <a:spcBef>
                <a:spcPts val="0"/>
              </a:spcBef>
              <a:buNone/>
              <a:defRPr sz="2200" b="0" cap="all" baseline="0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pt-PT"/>
              <a:t>Clique para editar os estilos</a:t>
            </a:r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3"/>
          </p:nvPr>
        </p:nvSpPr>
        <p:spPr>
          <a:xfrm>
            <a:off x="4645025" y="1535113"/>
            <a:ext cx="4041775" cy="639762"/>
          </a:xfrm>
        </p:spPr>
        <p:txBody>
          <a:bodyPr anchor="b">
            <a:noAutofit/>
          </a:bodyPr>
          <a:lstStyle>
            <a:lvl1pPr marL="91440" indent="0" algn="l">
              <a:spcBef>
                <a:spcPts val="0"/>
              </a:spcBef>
              <a:buNone/>
              <a:defRPr sz="2200" b="0" cap="all" baseline="0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pt-PT"/>
              <a:t>Clique para editar os estilos</a:t>
            </a:r>
          </a:p>
        </p:txBody>
      </p:sp>
      <p:sp>
        <p:nvSpPr>
          <p:cNvPr id="5" name="Marcador de Posição de Conteúdo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941763"/>
          </a:xfrm>
        </p:spPr>
        <p:txBody>
          <a:bodyPr lIns="9144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pt-PT"/>
              <a:t>Clique para editar os estilos</a:t>
            </a:r>
          </a:p>
          <a:p>
            <a:pPr lvl="1" eaLnBrk="1" latinLnBrk="0" hangingPunct="1"/>
            <a:r>
              <a:rPr lang="pt-PT"/>
              <a:t>Segundo nível</a:t>
            </a:r>
          </a:p>
          <a:p>
            <a:pPr lvl="2" eaLnBrk="1" latinLnBrk="0" hangingPunct="1"/>
            <a:r>
              <a:rPr lang="pt-PT"/>
              <a:t>Terceiro nível</a:t>
            </a:r>
          </a:p>
          <a:p>
            <a:pPr lvl="3" eaLnBrk="1" latinLnBrk="0" hangingPunct="1"/>
            <a:r>
              <a:rPr lang="pt-PT"/>
              <a:t>Quarto nível</a:t>
            </a:r>
          </a:p>
          <a:p>
            <a:pPr lvl="4" eaLnBrk="1" latinLnBrk="0" hangingPunct="1"/>
            <a:r>
              <a:rPr lang="pt-PT"/>
              <a:t>Quinto nível</a:t>
            </a:r>
            <a:endParaRPr kumimoji="0" lang="en-US"/>
          </a:p>
        </p:txBody>
      </p:sp>
      <p:sp>
        <p:nvSpPr>
          <p:cNvPr id="6" name="Marcador de Posição de Conteúdo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941763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pt-PT"/>
              <a:t>Clique para editar os estilos</a:t>
            </a:r>
          </a:p>
          <a:p>
            <a:pPr lvl="1" eaLnBrk="1" latinLnBrk="0" hangingPunct="1"/>
            <a:r>
              <a:rPr lang="pt-PT"/>
              <a:t>Segundo nível</a:t>
            </a:r>
          </a:p>
          <a:p>
            <a:pPr lvl="2" eaLnBrk="1" latinLnBrk="0" hangingPunct="1"/>
            <a:r>
              <a:rPr lang="pt-PT"/>
              <a:t>Terceiro nível</a:t>
            </a:r>
          </a:p>
          <a:p>
            <a:pPr lvl="3" eaLnBrk="1" latinLnBrk="0" hangingPunct="1"/>
            <a:r>
              <a:rPr lang="pt-PT"/>
              <a:t>Quarto nível</a:t>
            </a:r>
          </a:p>
          <a:p>
            <a:pPr lvl="4" eaLnBrk="1" latinLnBrk="0" hangingPunct="1"/>
            <a:r>
              <a:rPr lang="pt-PT"/>
              <a:t>Quinto nível</a:t>
            </a:r>
            <a:endParaRPr kumimoji="0" lang="en-US"/>
          </a:p>
        </p:txBody>
      </p:sp>
      <p:sp>
        <p:nvSpPr>
          <p:cNvPr id="7" name="Marcador de Posição d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8C4D2-62ED-4786-8699-D28C8A0E3610}" type="datetimeFigureOut">
              <a:rPr lang="pt-PT" smtClean="0"/>
              <a:pPr/>
              <a:t>27/07/2020</a:t>
            </a:fld>
            <a:endParaRPr lang="pt-PT" dirty="0"/>
          </a:p>
        </p:txBody>
      </p:sp>
      <p:sp>
        <p:nvSpPr>
          <p:cNvPr id="8" name="Marcador de Posição do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9" name="Marcador de Posição do Número do Diapositivo 8"/>
          <p:cNvSpPr>
            <a:spLocks noGrp="1"/>
          </p:cNvSpPr>
          <p:nvPr>
            <p:ph type="sldNum" sz="quarter" idx="12"/>
          </p:nvPr>
        </p:nvSpPr>
        <p:spPr>
          <a:xfrm>
            <a:off x="8641080" y="6514568"/>
            <a:ext cx="464288" cy="274320"/>
          </a:xfrm>
        </p:spPr>
        <p:txBody>
          <a:bodyPr/>
          <a:lstStyle/>
          <a:p>
            <a:fld id="{E4DFE9F8-D656-4115-A0AB-21CC8E7B0CDA}" type="slidenum">
              <a:rPr lang="pt-PT" smtClean="0"/>
              <a:pPr/>
              <a:t>‹nº›</a:t>
            </a:fld>
            <a:endParaRPr lang="pt-PT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53218"/>
            <a:ext cx="8229600" cy="1143000"/>
          </a:xfrm>
        </p:spPr>
        <p:txBody>
          <a:bodyPr/>
          <a:lstStyle/>
          <a:p>
            <a:r>
              <a:rPr kumimoji="0" lang="pt-PT"/>
              <a:t>Clique para editar o estilo</a:t>
            </a:r>
            <a:endParaRPr kumimoji="0" lang="en-US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8C4D2-62ED-4786-8699-D28C8A0E3610}" type="datetimeFigureOut">
              <a:rPr lang="pt-PT" smtClean="0"/>
              <a:pPr/>
              <a:t>27/07/2020</a:t>
            </a:fld>
            <a:endParaRPr lang="pt-PT" dirty="0"/>
          </a:p>
        </p:txBody>
      </p:sp>
      <p:sp>
        <p:nvSpPr>
          <p:cNvPr id="4" name="Marcador de Posição do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5" name="Marcador de Posição do Número do Diapositivo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FE9F8-D656-4115-A0AB-21CC8E7B0CDA}" type="slidenum">
              <a:rPr lang="pt-PT" smtClean="0"/>
              <a:pPr/>
              <a:t>‹nº›</a:t>
            </a:fld>
            <a:endParaRPr lang="pt-PT" dirty="0"/>
          </a:p>
        </p:txBody>
      </p:sp>
      <p:sp>
        <p:nvSpPr>
          <p:cNvPr id="7" name="Rectângulo 6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8C4D2-62ED-4786-8699-D28C8A0E3610}" type="datetimeFigureOut">
              <a:rPr lang="pt-PT" smtClean="0"/>
              <a:pPr/>
              <a:t>27/07/2020</a:t>
            </a:fld>
            <a:endParaRPr lang="pt-PT" dirty="0"/>
          </a:p>
        </p:txBody>
      </p:sp>
      <p:sp>
        <p:nvSpPr>
          <p:cNvPr id="3" name="Marcador de Posição do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FE9F8-D656-4115-A0AB-21CC8E7B0CDA}" type="slidenum">
              <a:rPr lang="pt-PT" smtClean="0"/>
              <a:pPr/>
              <a:t>‹nº›</a:t>
            </a:fld>
            <a:endParaRPr lang="pt-PT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ângulo 7"/>
          <p:cNvSpPr/>
          <p:nvPr/>
        </p:nvSpPr>
        <p:spPr>
          <a:xfrm>
            <a:off x="5057552" y="105765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963136" y="304800"/>
            <a:ext cx="3931920" cy="762000"/>
          </a:xfrm>
        </p:spPr>
        <p:txBody>
          <a:bodyPr anchor="b"/>
          <a:lstStyle>
            <a:lvl1pPr marL="0" algn="r">
              <a:buNone/>
              <a:defRPr sz="2000" b="1"/>
            </a:lvl1pPr>
            <a:extLst/>
          </a:lstStyle>
          <a:p>
            <a:r>
              <a:rPr kumimoji="0" lang="pt-PT"/>
              <a:t>Clique para editar o estilo</a:t>
            </a:r>
            <a:endParaRPr kumimoji="0" lang="en-US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2"/>
          </p:nvPr>
        </p:nvSpPr>
        <p:spPr>
          <a:xfrm>
            <a:off x="4963136" y="1107560"/>
            <a:ext cx="3931920" cy="1066800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pt-PT"/>
              <a:t>Clique para editar os estilos</a:t>
            </a:r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1"/>
          </p:nvPr>
        </p:nvSpPr>
        <p:spPr>
          <a:xfrm>
            <a:off x="228600" y="2209800"/>
            <a:ext cx="8666456" cy="3977640"/>
          </a:xfrm>
        </p:spPr>
        <p:txBody>
          <a:bodyPr/>
          <a:lstStyle>
            <a:lvl1pPr marL="292608">
              <a:defRPr sz="3200"/>
            </a:lvl1pPr>
            <a:lvl2pPr marL="594360">
              <a:defRPr sz="2800"/>
            </a:lvl2pPr>
            <a:lvl3pPr marL="822960">
              <a:defRPr sz="2400"/>
            </a:lvl3pPr>
            <a:lvl4pPr marL="1051560">
              <a:defRPr sz="2000"/>
            </a:lvl4pPr>
            <a:lvl5pPr marL="1261872">
              <a:defRPr sz="2000"/>
            </a:lvl5pPr>
            <a:extLst/>
          </a:lstStyle>
          <a:p>
            <a:pPr lvl="0" eaLnBrk="1" latinLnBrk="0" hangingPunct="1"/>
            <a:r>
              <a:rPr lang="pt-PT"/>
              <a:t>Clique para editar os estilos</a:t>
            </a:r>
          </a:p>
          <a:p>
            <a:pPr lvl="1" eaLnBrk="1" latinLnBrk="0" hangingPunct="1"/>
            <a:r>
              <a:rPr lang="pt-PT"/>
              <a:t>Segundo nível</a:t>
            </a:r>
          </a:p>
          <a:p>
            <a:pPr lvl="2" eaLnBrk="1" latinLnBrk="0" hangingPunct="1"/>
            <a:r>
              <a:rPr lang="pt-PT"/>
              <a:t>Terceiro nível</a:t>
            </a:r>
          </a:p>
          <a:p>
            <a:pPr lvl="3" eaLnBrk="1" latinLnBrk="0" hangingPunct="1"/>
            <a:r>
              <a:rPr lang="pt-PT"/>
              <a:t>Quarto nível</a:t>
            </a:r>
          </a:p>
          <a:p>
            <a:pPr lvl="4" eaLnBrk="1" latinLnBrk="0" hangingPunct="1"/>
            <a:r>
              <a:rPr lang="pt-PT"/>
              <a:t>Quinto nível</a:t>
            </a:r>
            <a:endParaRPr kumimoji="0" lang="en-US"/>
          </a:p>
        </p:txBody>
      </p:sp>
      <p:sp>
        <p:nvSpPr>
          <p:cNvPr id="9" name="Marcador de Posição da Data 8"/>
          <p:cNvSpPr>
            <a:spLocks noGrp="1"/>
          </p:cNvSpPr>
          <p:nvPr>
            <p:ph type="dt" sz="half" idx="10"/>
          </p:nvPr>
        </p:nvSpPr>
        <p:spPr>
          <a:xfrm>
            <a:off x="5562600" y="6513670"/>
            <a:ext cx="3002280" cy="274320"/>
          </a:xfrm>
        </p:spPr>
        <p:txBody>
          <a:bodyPr vert="horz" rtlCol="0"/>
          <a:lstStyle/>
          <a:p>
            <a:fld id="{4A18C4D2-62ED-4786-8699-D28C8A0E3610}" type="datetimeFigureOut">
              <a:rPr lang="pt-PT" smtClean="0"/>
              <a:pPr/>
              <a:t>27/07/2020</a:t>
            </a:fld>
            <a:endParaRPr lang="pt-PT" dirty="0"/>
          </a:p>
        </p:txBody>
      </p:sp>
      <p:sp>
        <p:nvSpPr>
          <p:cNvPr id="10" name="Marcador de Posição do Número do Diapositivo 9"/>
          <p:cNvSpPr>
            <a:spLocks noGrp="1"/>
          </p:cNvSpPr>
          <p:nvPr>
            <p:ph type="sldNum" sz="quarter" idx="11"/>
          </p:nvPr>
        </p:nvSpPr>
        <p:spPr>
          <a:xfrm>
            <a:off x="8638952" y="6513670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E4DFE9F8-D656-4115-A0AB-21CC8E7B0CDA}" type="slidenum">
              <a:rPr lang="pt-PT" smtClean="0"/>
              <a:pPr/>
              <a:t>‹nº›</a:t>
            </a:fld>
            <a:endParaRPr lang="pt-PT" dirty="0"/>
          </a:p>
        </p:txBody>
      </p:sp>
      <p:sp>
        <p:nvSpPr>
          <p:cNvPr id="11" name="Marcador de Posição do Rodapé 10"/>
          <p:cNvSpPr>
            <a:spLocks noGrp="1"/>
          </p:cNvSpPr>
          <p:nvPr>
            <p:ph type="ftr" sz="quarter" idx="12"/>
          </p:nvPr>
        </p:nvSpPr>
        <p:spPr>
          <a:xfrm>
            <a:off x="1600200" y="6513670"/>
            <a:ext cx="3907464" cy="274320"/>
          </a:xfrm>
        </p:spPr>
        <p:txBody>
          <a:bodyPr vert="horz" rtlCol="0"/>
          <a:lstStyle/>
          <a:p>
            <a:endParaRPr lang="pt-PT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040443" y="4724400"/>
            <a:ext cx="5486400" cy="664536"/>
          </a:xfrm>
        </p:spPr>
        <p:txBody>
          <a:bodyPr anchor="b"/>
          <a:lstStyle>
            <a:lvl1pPr marL="0" algn="r">
              <a:buNone/>
              <a:defRPr sz="2000" b="1"/>
            </a:lvl1pPr>
            <a:extLst/>
          </a:lstStyle>
          <a:p>
            <a:r>
              <a:rPr kumimoji="0" lang="pt-PT"/>
              <a:t>Clique para editar o estilo</a:t>
            </a:r>
            <a:endParaRPr kumimoji="0" lang="en-US"/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3040443" y="5388936"/>
            <a:ext cx="5486400" cy="912255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pt-PT"/>
              <a:t>Clique para editar os estilos</a:t>
            </a:r>
          </a:p>
        </p:txBody>
      </p:sp>
      <p:sp>
        <p:nvSpPr>
          <p:cNvPr id="13" name="Marcador de Posição da Imagem 12"/>
          <p:cNvSpPr>
            <a:spLocks noGrp="1"/>
          </p:cNvSpPr>
          <p:nvPr>
            <p:ph type="pic" idx="1"/>
          </p:nvPr>
        </p:nvSpPr>
        <p:spPr>
          <a:xfrm>
            <a:off x="304800" y="249864"/>
            <a:ext cx="8534400" cy="4343400"/>
          </a:xfrm>
          <a:prstGeom prst="round2DiagRect">
            <a:avLst>
              <a:gd name="adj1" fmla="val 11403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  <a:extLst/>
          </a:lstStyle>
          <a:p>
            <a:pPr marL="0" algn="l" rtl="0" eaLnBrk="1" latinLnBrk="0" hangingPunct="1"/>
            <a:r>
              <a:rPr kumimoji="0" lang="pt-PT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Clique no ícone para adicionar uma imagem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Marcador de Posição da Data 7"/>
          <p:cNvSpPr>
            <a:spLocks noGrp="1"/>
          </p:cNvSpPr>
          <p:nvPr>
            <p:ph type="dt" sz="half" idx="10"/>
          </p:nvPr>
        </p:nvSpPr>
        <p:spPr>
          <a:xfrm>
            <a:off x="5562600" y="6509004"/>
            <a:ext cx="3002280" cy="274320"/>
          </a:xfrm>
        </p:spPr>
        <p:txBody>
          <a:bodyPr vert="horz" rtlCol="0"/>
          <a:lstStyle/>
          <a:p>
            <a:fld id="{4A18C4D2-62ED-4786-8699-D28C8A0E3610}" type="datetimeFigureOut">
              <a:rPr lang="pt-PT" smtClean="0"/>
              <a:pPr/>
              <a:t>27/07/2020</a:t>
            </a:fld>
            <a:endParaRPr lang="pt-PT" dirty="0"/>
          </a:p>
        </p:txBody>
      </p:sp>
      <p:sp>
        <p:nvSpPr>
          <p:cNvPr id="9" name="Marcador de Posição do Número do Diapositivo 8"/>
          <p:cNvSpPr>
            <a:spLocks noGrp="1"/>
          </p:cNvSpPr>
          <p:nvPr>
            <p:ph type="sldNum" sz="quarter" idx="11"/>
          </p:nvPr>
        </p:nvSpPr>
        <p:spPr>
          <a:xfrm>
            <a:off x="8638952" y="6509004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E4DFE9F8-D656-4115-A0AB-21CC8E7B0CDA}" type="slidenum">
              <a:rPr lang="pt-PT" smtClean="0"/>
              <a:pPr/>
              <a:t>‹nº›</a:t>
            </a:fld>
            <a:endParaRPr lang="pt-PT" dirty="0"/>
          </a:p>
        </p:txBody>
      </p:sp>
      <p:sp>
        <p:nvSpPr>
          <p:cNvPr id="10" name="Marcador de Posição do Rodapé 9"/>
          <p:cNvSpPr>
            <a:spLocks noGrp="1"/>
          </p:cNvSpPr>
          <p:nvPr>
            <p:ph type="ftr" sz="quarter" idx="12"/>
          </p:nvPr>
        </p:nvSpPr>
        <p:spPr>
          <a:xfrm>
            <a:off x="1600200" y="6509004"/>
            <a:ext cx="3907464" cy="274320"/>
          </a:xfrm>
        </p:spPr>
        <p:txBody>
          <a:bodyPr vert="horz" rtlCol="0"/>
          <a:lstStyle/>
          <a:p>
            <a:endParaRPr lang="pt-PT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PT"/>
              <a:t>Clique para editar o estilo</a:t>
            </a:r>
            <a:endParaRPr kumimoji="0" lang="en-US"/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PT"/>
              <a:t>Clique para editar os estilos</a:t>
            </a:r>
          </a:p>
          <a:p>
            <a:pPr lvl="1" eaLnBrk="1" latinLnBrk="0" hangingPunct="1"/>
            <a:r>
              <a:rPr lang="pt-PT"/>
              <a:t>Segundo nível</a:t>
            </a:r>
          </a:p>
          <a:p>
            <a:pPr lvl="2" eaLnBrk="1" latinLnBrk="0" hangingPunct="1"/>
            <a:r>
              <a:rPr lang="pt-PT"/>
              <a:t>Terceiro nível</a:t>
            </a:r>
          </a:p>
          <a:p>
            <a:pPr lvl="3" eaLnBrk="1" latinLnBrk="0" hangingPunct="1"/>
            <a:r>
              <a:rPr lang="pt-PT"/>
              <a:t>Quarto nível</a:t>
            </a:r>
          </a:p>
          <a:p>
            <a:pPr lvl="4" eaLnBrk="1" latinLnBrk="0" hangingPunct="1"/>
            <a:r>
              <a:rPr lang="pt-PT"/>
              <a:t>Quinto nível</a:t>
            </a:r>
            <a:endParaRPr kumimoji="0" lang="en-US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8C4D2-62ED-4786-8699-D28C8A0E3610}" type="datetimeFigureOut">
              <a:rPr lang="pt-PT" smtClean="0"/>
              <a:pPr/>
              <a:t>27/07/2020</a:t>
            </a:fld>
            <a:endParaRPr lang="pt-PT" dirty="0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FE9F8-D656-4115-A0AB-21CC8E7B0CDA}" type="slidenum">
              <a:rPr lang="pt-PT" smtClean="0"/>
              <a:pPr/>
              <a:t>‹nº›</a:t>
            </a:fld>
            <a:endParaRPr lang="pt-PT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>
            <a:lvl1pPr algn="l">
              <a:defRPr/>
            </a:lvl1pPr>
            <a:extLst/>
          </a:lstStyle>
          <a:p>
            <a:r>
              <a:rPr kumimoji="0" lang="pt-PT"/>
              <a:t>Clique para editar o estilo</a:t>
            </a:r>
            <a:endParaRPr kumimoji="0" lang="en-US"/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pt-PT"/>
              <a:t>Clique para editar os estilos</a:t>
            </a:r>
          </a:p>
          <a:p>
            <a:pPr lvl="1" eaLnBrk="1" latinLnBrk="0" hangingPunct="1"/>
            <a:r>
              <a:rPr lang="pt-PT"/>
              <a:t>Segundo nível</a:t>
            </a:r>
          </a:p>
          <a:p>
            <a:pPr lvl="2" eaLnBrk="1" latinLnBrk="0" hangingPunct="1"/>
            <a:r>
              <a:rPr lang="pt-PT"/>
              <a:t>Terceiro nível</a:t>
            </a:r>
          </a:p>
          <a:p>
            <a:pPr lvl="3" eaLnBrk="1" latinLnBrk="0" hangingPunct="1"/>
            <a:r>
              <a:rPr lang="pt-PT"/>
              <a:t>Quarto nível</a:t>
            </a:r>
          </a:p>
          <a:p>
            <a:pPr lvl="4" eaLnBrk="1" latinLnBrk="0" hangingPunct="1"/>
            <a:r>
              <a:rPr lang="pt-PT"/>
              <a:t>Quinto nível</a:t>
            </a:r>
            <a:endParaRPr kumimoji="0" lang="en-US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8C4D2-62ED-4786-8699-D28C8A0E3610}" type="datetimeFigureOut">
              <a:rPr lang="pt-PT" smtClean="0"/>
              <a:pPr/>
              <a:t>27/07/2020</a:t>
            </a:fld>
            <a:endParaRPr lang="pt-PT" dirty="0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FE9F8-D656-4115-A0AB-21CC8E7B0CDA}" type="slidenum">
              <a:rPr lang="pt-PT" smtClean="0"/>
              <a:pPr/>
              <a:t>‹nº›</a:t>
            </a:fld>
            <a:endParaRPr lang="pt-PT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rredondar Rectângulo de Canto Diagonal 6"/>
          <p:cNvSpPr/>
          <p:nvPr/>
        </p:nvSpPr>
        <p:spPr>
          <a:xfrm>
            <a:off x="164592" y="147085"/>
            <a:ext cx="8810846" cy="6565392"/>
          </a:xfrm>
          <a:prstGeom prst="round2DiagRect">
            <a:avLst>
              <a:gd name="adj1" fmla="val 11807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" name="Marcador de Posição do Rodapé 2"/>
          <p:cNvSpPr>
            <a:spLocks noGrp="1"/>
          </p:cNvSpPr>
          <p:nvPr>
            <p:ph type="ftr" sz="quarter" idx="3"/>
          </p:nvPr>
        </p:nvSpPr>
        <p:spPr>
          <a:xfrm>
            <a:off x="1295400" y="6400800"/>
            <a:ext cx="4212264" cy="274320"/>
          </a:xfrm>
          <a:prstGeom prst="rect">
            <a:avLst/>
          </a:prstGeom>
        </p:spPr>
        <p:txBody>
          <a:bodyPr/>
          <a:lstStyle>
            <a:lvl1pPr algn="r" eaLnBrk="1" latinLnBrk="0" hangingPunct="1">
              <a:defRPr kumimoji="0" sz="1300">
                <a:solidFill>
                  <a:schemeClr val="bg2">
                    <a:tint val="60000"/>
                    <a:satMod val="155000"/>
                  </a:schemeClr>
                </a:solidFill>
              </a:defRPr>
            </a:lvl1pPr>
            <a:extLst/>
          </a:lstStyle>
          <a:p>
            <a:endParaRPr lang="pt-PT" dirty="0"/>
          </a:p>
        </p:txBody>
      </p:sp>
      <p:sp>
        <p:nvSpPr>
          <p:cNvPr id="14" name="Marcador de Posição da Data 13"/>
          <p:cNvSpPr>
            <a:spLocks noGrp="1"/>
          </p:cNvSpPr>
          <p:nvPr>
            <p:ph type="dt" sz="half" idx="2"/>
          </p:nvPr>
        </p:nvSpPr>
        <p:spPr>
          <a:xfrm>
            <a:off x="5562600" y="6400800"/>
            <a:ext cx="3002280" cy="274320"/>
          </a:xfrm>
          <a:prstGeom prst="rect">
            <a:avLst/>
          </a:prstGeom>
        </p:spPr>
        <p:txBody>
          <a:bodyPr/>
          <a:lstStyle>
            <a:lvl1pPr algn="l" eaLnBrk="1" latinLnBrk="0" hangingPunct="1">
              <a:defRPr kumimoji="0" sz="1300">
                <a:solidFill>
                  <a:schemeClr val="bg2">
                    <a:tint val="60000"/>
                    <a:satMod val="155000"/>
                  </a:schemeClr>
                </a:solidFill>
              </a:defRPr>
            </a:lvl1pPr>
            <a:extLst/>
          </a:lstStyle>
          <a:p>
            <a:fld id="{4A18C4D2-62ED-4786-8699-D28C8A0E3610}" type="datetimeFigureOut">
              <a:rPr lang="pt-PT" smtClean="0"/>
              <a:pPr/>
              <a:t>27/07/2020</a:t>
            </a:fld>
            <a:endParaRPr lang="pt-PT" dirty="0"/>
          </a:p>
        </p:txBody>
      </p:sp>
      <p:sp>
        <p:nvSpPr>
          <p:cNvPr id="23" name="Marcador de Posição do Número do Diapositivo 22"/>
          <p:cNvSpPr>
            <a:spLocks noGrp="1"/>
          </p:cNvSpPr>
          <p:nvPr>
            <p:ph type="sldNum" sz="quarter" idx="4"/>
          </p:nvPr>
        </p:nvSpPr>
        <p:spPr>
          <a:xfrm>
            <a:off x="8638952" y="6514568"/>
            <a:ext cx="464288" cy="274320"/>
          </a:xfrm>
          <a:prstGeom prst="rect">
            <a:avLst/>
          </a:prstGeom>
        </p:spPr>
        <p:txBody>
          <a:bodyPr anchor="ctr"/>
          <a:lstStyle>
            <a:lvl1pPr algn="r" eaLnBrk="1" latinLnBrk="0" hangingPunct="1">
              <a:defRPr kumimoji="0" sz="1600">
                <a:solidFill>
                  <a:schemeClr val="tx2">
                    <a:shade val="90000"/>
                  </a:schemeClr>
                </a:solidFill>
                <a:effectLst/>
              </a:defRPr>
            </a:lvl1pPr>
            <a:extLst/>
          </a:lstStyle>
          <a:p>
            <a:fld id="{E4DFE9F8-D656-4115-A0AB-21CC8E7B0CDA}" type="slidenum">
              <a:rPr lang="pt-PT" smtClean="0"/>
              <a:pPr/>
              <a:t>‹nº›</a:t>
            </a:fld>
            <a:endParaRPr lang="pt-PT" dirty="0"/>
          </a:p>
        </p:txBody>
      </p:sp>
      <p:sp>
        <p:nvSpPr>
          <p:cNvPr id="22" name="Marcador de Posição do Título 21"/>
          <p:cNvSpPr>
            <a:spLocks noGrp="1"/>
          </p:cNvSpPr>
          <p:nvPr>
            <p:ph type="title"/>
          </p:nvPr>
        </p:nvSpPr>
        <p:spPr>
          <a:xfrm>
            <a:off x="457200" y="253536"/>
            <a:ext cx="8229600" cy="1143000"/>
          </a:xfrm>
          <a:prstGeom prst="rect">
            <a:avLst/>
          </a:prstGeom>
        </p:spPr>
        <p:txBody>
          <a:bodyPr rIns="91440" anchor="b">
            <a:normAutofit/>
            <a:scene3d>
              <a:camera prst="orthographicFront"/>
              <a:lightRig rig="soft" dir="t">
                <a:rot lat="0" lon="0" rev="2400000"/>
              </a:lightRig>
            </a:scene3d>
            <a:sp3d>
              <a:bevelT w="19050" h="12700"/>
            </a:sp3d>
          </a:bodyPr>
          <a:lstStyle/>
          <a:p>
            <a:r>
              <a:rPr kumimoji="0" lang="pt-PT"/>
              <a:t>Clique para editar o estilo</a:t>
            </a:r>
            <a:endParaRPr kumimoji="0" lang="en-US"/>
          </a:p>
        </p:txBody>
      </p:sp>
      <p:sp>
        <p:nvSpPr>
          <p:cNvPr id="13" name="Marcador de Posição do Texto 12"/>
          <p:cNvSpPr>
            <a:spLocks noGrp="1"/>
          </p:cNvSpPr>
          <p:nvPr>
            <p:ph type="body" idx="1"/>
          </p:nvPr>
        </p:nvSpPr>
        <p:spPr>
          <a:xfrm>
            <a:off x="457200" y="1646237"/>
            <a:ext cx="8229600" cy="452628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pt-PT"/>
              <a:t>Clique para editar os estilos</a:t>
            </a:r>
          </a:p>
          <a:p>
            <a:pPr lvl="1" eaLnBrk="1" latinLnBrk="0" hangingPunct="1"/>
            <a:r>
              <a:rPr kumimoji="0" lang="pt-PT"/>
              <a:t>Segundo nível</a:t>
            </a:r>
          </a:p>
          <a:p>
            <a:pPr lvl="2" eaLnBrk="1" latinLnBrk="0" hangingPunct="1"/>
            <a:r>
              <a:rPr kumimoji="0" lang="pt-PT"/>
              <a:t>Terceiro nível</a:t>
            </a:r>
          </a:p>
          <a:p>
            <a:pPr lvl="3" eaLnBrk="1" latinLnBrk="0" hangingPunct="1"/>
            <a:r>
              <a:rPr kumimoji="0" lang="pt-PT"/>
              <a:t>Quarto nível</a:t>
            </a:r>
          </a:p>
          <a:p>
            <a:pPr lvl="4" eaLnBrk="1" latinLnBrk="0" hangingPunct="1"/>
            <a:r>
              <a:rPr kumimoji="0" lang="pt-PT"/>
              <a:t>Quinto nível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marL="54864" algn="r" rtl="0" eaLnBrk="1" latinLnBrk="0" hangingPunct="1">
        <a:spcBef>
          <a:spcPct val="0"/>
        </a:spcBef>
        <a:buNone/>
        <a:defRPr kumimoji="0" sz="4600" kern="1200">
          <a:solidFill>
            <a:schemeClr val="tx2">
              <a:tint val="100000"/>
              <a:shade val="90000"/>
              <a:satMod val="250000"/>
              <a:alpha val="100000"/>
            </a:schemeClr>
          </a:solidFill>
          <a:effectLst>
            <a:outerShdw blurRad="38100" dist="25500" dir="5400000" algn="tl" rotWithShape="0">
              <a:srgbClr val="000000">
                <a:satMod val="180000"/>
                <a:alpha val="7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292100" indent="-292100" algn="l" rtl="0" eaLnBrk="1" latinLnBrk="0" hangingPunct="1">
        <a:spcBef>
          <a:spcPts val="0"/>
        </a:spcBef>
        <a:buClr>
          <a:schemeClr val="accent1"/>
        </a:buClr>
        <a:buSzPct val="70000"/>
        <a:buFont typeface="Wingdings 2"/>
        <a:buChar char="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rtl="0" eaLnBrk="1" latinLnBrk="0" hangingPunct="1">
        <a:spcBef>
          <a:spcPts val="400"/>
        </a:spcBef>
        <a:buClr>
          <a:schemeClr val="accent2"/>
        </a:buClr>
        <a:buSzPct val="90000"/>
        <a:buFontTx/>
        <a:buChar char="•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192024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82880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5" Type="http://schemas.openxmlformats.org/officeDocument/2006/relationships/image" Target="http://www.iefp.pt/_catalogs/masterpage/images/logotipo_03.jpg" TargetMode="External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hyperlink" Target="http://www.submundodive.com.br/mergulho/fotos/noticias/exp_422_0.jpg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gif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PT" dirty="0"/>
              <a:t>Teoria das Raças</a:t>
            </a:r>
          </a:p>
        </p:txBody>
      </p:sp>
      <p:pic>
        <p:nvPicPr>
          <p:cNvPr id="1026" name="Picture 2" descr="C:\Users\Carolina\Desktop\avatar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99792" y="2780928"/>
            <a:ext cx="4314825" cy="3448050"/>
          </a:xfrm>
          <a:prstGeom prst="rect">
            <a:avLst/>
          </a:prstGeom>
          <a:noFill/>
        </p:spPr>
      </p:pic>
      <p:pic>
        <p:nvPicPr>
          <p:cNvPr id="3" name="Imagem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36096" y="260648"/>
            <a:ext cx="3390900" cy="35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Imagem 4" descr="Logotipo"/>
          <p:cNvPicPr>
            <a:picLocks noChangeAspect="1" noChangeArrowheads="1"/>
          </p:cNvPicPr>
          <p:nvPr/>
        </p:nvPicPr>
        <p:blipFill>
          <a:blip r:embed="rId4" r:link="rId5" cstate="print"/>
          <a:srcRect/>
          <a:stretch>
            <a:fillRect/>
          </a:stretch>
        </p:blipFill>
        <p:spPr bwMode="auto">
          <a:xfrm>
            <a:off x="251520" y="188640"/>
            <a:ext cx="1314450" cy="57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Carolina\Desktop\imagem-mundo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Globo</a:t>
            </a:r>
          </a:p>
        </p:txBody>
      </p:sp>
      <p:pic>
        <p:nvPicPr>
          <p:cNvPr id="2050" name="Picture 2" descr="C:\Users\Carolina\Desktop\globo-africa-2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404664"/>
            <a:ext cx="6120680" cy="612068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Raça Animal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PT" dirty="0"/>
              <a:t>Se nos referirmos ao reino animal, a raça animal são indivíduos que conseguem gerar descendentes férteis.</a:t>
            </a:r>
          </a:p>
          <a:p>
            <a:pPr algn="just"/>
            <a:r>
              <a:rPr lang="pt-PT" dirty="0"/>
              <a:t>É possível raças diferentes gerarem descendentes mas estes não conseguem procriar.</a:t>
            </a:r>
          </a:p>
          <a:p>
            <a:pPr algn="just"/>
            <a:r>
              <a:rPr lang="pt-PT" dirty="0"/>
              <a:t>Por exemplo, um burro e um cavalo resulta numa mula, o qual é um animal híbrido, ou seja, não fértil.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Raça Humana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pt-PT" dirty="0"/>
              <a:t>Baseados neste principio não podemos apontar que existam raças humanas pois todos os indivíduos da espécie humana conseguem procriar e gerar indivíduos férteis.</a:t>
            </a:r>
          </a:p>
          <a:p>
            <a:pPr algn="just"/>
            <a:r>
              <a:rPr lang="pt-PT" dirty="0"/>
              <a:t>Neste caso, sociologicamente falando, o termo deve ser substituído por cultura: conjunto de indivíduos que possui em comum um conjunto de características artísticas, religiosas e intelectuais.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Raça Humana</a:t>
            </a:r>
          </a:p>
        </p:txBody>
      </p:sp>
      <p:pic>
        <p:nvPicPr>
          <p:cNvPr id="4" name="Picture 4" descr="rostros111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548680"/>
            <a:ext cx="3060246" cy="3006898"/>
          </a:xfrm>
          <a:prstGeom prst="rect">
            <a:avLst/>
          </a:prstGeom>
          <a:noFill/>
        </p:spPr>
      </p:pic>
      <p:pic>
        <p:nvPicPr>
          <p:cNvPr id="5" name="Picture 6" descr="424720_5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56176" y="1628800"/>
            <a:ext cx="2594867" cy="3384104"/>
          </a:xfrm>
          <a:prstGeom prst="rect">
            <a:avLst/>
          </a:prstGeom>
          <a:noFill/>
        </p:spPr>
      </p:pic>
      <p:pic>
        <p:nvPicPr>
          <p:cNvPr id="1026" name="Picture 2" descr="http://moocowcow.files.wordpress.com/2008/10/japanese-school-girls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411760" y="3789040"/>
            <a:ext cx="3457889" cy="259341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Raça Humana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PT" dirty="0"/>
              <a:t>Todavia, para alguns historiadores, o termo raça existe.</a:t>
            </a:r>
          </a:p>
          <a:p>
            <a:pPr algn="just"/>
            <a:endParaRPr lang="pt-PT" dirty="0"/>
          </a:p>
          <a:p>
            <a:pPr algn="just"/>
            <a:r>
              <a:rPr lang="pt-PT" dirty="0"/>
              <a:t>Raça: cada uma das grandes subdivisões da espécie humana, baseadas na cor da pele, em amarelos, negros e brancos. Esta divisão não corresponde a subdivisões biológicas e culturais.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Raça Humana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PT" dirty="0"/>
              <a:t>Foi durante o século XVIII, período que seguiu o apogeu dos descobrimentos, que surgiu o termo raça no campo cientifico, no sentido de tentar justificar a escravatura.</a:t>
            </a:r>
          </a:p>
          <a:p>
            <a:pPr algn="just"/>
            <a:r>
              <a:rPr lang="pt-PT" dirty="0"/>
              <a:t>Até então, todas as formas de discriminação existente baseavam-se no factor religioso e no económico, estendendo-se, por vezes, ao género.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Raça Humana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pt-PT" dirty="0"/>
              <a:t>Concluiu-se então que as diferenças deveriam estar na genética.</a:t>
            </a:r>
          </a:p>
          <a:p>
            <a:pPr algn="just"/>
            <a:r>
              <a:rPr lang="pt-PT" dirty="0"/>
              <a:t>Todavia, na época após os descobrimentos várias teorias apareceram sobre em quantas raças se podia dividir a espécie humana.</a:t>
            </a:r>
          </a:p>
          <a:p>
            <a:pPr algn="just"/>
            <a:r>
              <a:rPr lang="pt-PT" dirty="0"/>
              <a:t>Os dados a apontar para realizar esta divisão baseiam-se: forma do crânio, cor da pele, traços faciais, textura do cabelo e estatura. </a:t>
            </a:r>
          </a:p>
          <a:p>
            <a:pPr algn="just"/>
            <a:endParaRPr lang="pt-PT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Raça Humana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PT" dirty="0"/>
              <a:t>Eram apontadas 4 raças principais:</a:t>
            </a:r>
          </a:p>
          <a:p>
            <a:pPr algn="just">
              <a:buFontTx/>
              <a:buChar char="-"/>
            </a:pPr>
            <a:r>
              <a:rPr lang="pt-PT" dirty="0"/>
              <a:t>Branca/Caucasiana</a:t>
            </a:r>
          </a:p>
          <a:p>
            <a:pPr algn="just">
              <a:buFontTx/>
              <a:buChar char="-"/>
            </a:pPr>
            <a:r>
              <a:rPr lang="pt-PT" dirty="0"/>
              <a:t>Negra</a:t>
            </a:r>
          </a:p>
          <a:p>
            <a:pPr algn="just">
              <a:buFontTx/>
              <a:buChar char="-"/>
            </a:pPr>
            <a:r>
              <a:rPr lang="pt-PT" dirty="0"/>
              <a:t>Amarela</a:t>
            </a:r>
          </a:p>
          <a:p>
            <a:pPr algn="just">
              <a:buFontTx/>
              <a:buChar char="-"/>
            </a:pPr>
            <a:r>
              <a:rPr lang="pt-PT" dirty="0"/>
              <a:t>Vermelha</a:t>
            </a:r>
          </a:p>
          <a:p>
            <a:pPr algn="just">
              <a:buFontTx/>
              <a:buChar char="-"/>
            </a:pPr>
            <a:endParaRPr lang="pt-PT" dirty="0"/>
          </a:p>
          <a:p>
            <a:pPr algn="just">
              <a:buFontTx/>
              <a:buChar char="-"/>
            </a:pPr>
            <a:r>
              <a:rPr lang="pt-PT" dirty="0"/>
              <a:t>Surgem, não definidos como raça mas apresentando características muito peculiares, os esquimós.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Caras do Mundo</a:t>
            </a:r>
          </a:p>
        </p:txBody>
      </p:sp>
      <p:pic>
        <p:nvPicPr>
          <p:cNvPr id="5" name="Picture 4" descr="004_yunost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5646" y="1646238"/>
            <a:ext cx="3161708" cy="4525962"/>
          </a:xfrm>
          <a:prstGeom prst="rect">
            <a:avLst/>
          </a:prstGeom>
          <a:noFill/>
        </p:spPr>
      </p:pic>
      <p:pic>
        <p:nvPicPr>
          <p:cNvPr id="6" name="Picture 4" descr="797194109_e5d4219d6d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60354" y="1646238"/>
            <a:ext cx="3014291" cy="452596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Caras do Mundo</a:t>
            </a:r>
          </a:p>
        </p:txBody>
      </p:sp>
      <p:pic>
        <p:nvPicPr>
          <p:cNvPr id="4" name="Picture 7" descr="498657_59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764704"/>
            <a:ext cx="2673576" cy="3940739"/>
          </a:xfrm>
          <a:prstGeom prst="rect">
            <a:avLst/>
          </a:prstGeom>
          <a:noFill/>
        </p:spPr>
      </p:pic>
      <p:pic>
        <p:nvPicPr>
          <p:cNvPr id="5" name="Picture 5" descr="145458_5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51920" y="2132856"/>
            <a:ext cx="5003011" cy="381707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 descr="http://farm3.static.flickr.com/2136/2125476514_d8704f0b33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63688" y="1700808"/>
            <a:ext cx="5616624" cy="4100137"/>
          </a:xfrm>
          <a:prstGeom prst="rect">
            <a:avLst/>
          </a:prstGeom>
          <a:noFill/>
        </p:spPr>
      </p:pic>
      <p:sp>
        <p:nvSpPr>
          <p:cNvPr id="3" name="Título 1"/>
          <p:cNvSpPr txBox="1">
            <a:spLocks/>
          </p:cNvSpPr>
          <p:nvPr/>
        </p:nvSpPr>
        <p:spPr>
          <a:xfrm>
            <a:off x="457200" y="253536"/>
            <a:ext cx="8229600" cy="1143000"/>
          </a:xfrm>
          <a:prstGeom prst="rect">
            <a:avLst/>
          </a:prstGeom>
        </p:spPr>
        <p:txBody>
          <a:bodyPr/>
          <a:lstStyle/>
          <a:p>
            <a:pPr marL="54864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46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tint val="100000"/>
                    <a:shade val="90000"/>
                    <a:satMod val="250000"/>
                    <a:alpha val="100000"/>
                  </a:schemeClr>
                </a:solidFill>
                <a:effectLst>
                  <a:outerShdw blurRad="38100" dist="25500" dir="5400000" algn="tl" rotWithShape="0">
                    <a:srgbClr val="000000">
                      <a:satMod val="180000"/>
                      <a:alpha val="7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Caras do Mundo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 descr="CSC_007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2924944"/>
            <a:ext cx="4176390" cy="3132514"/>
          </a:xfrm>
          <a:prstGeom prst="rect">
            <a:avLst/>
          </a:prstGeom>
          <a:noFill/>
        </p:spPr>
      </p:pic>
      <p:sp>
        <p:nvSpPr>
          <p:cNvPr id="4" name="Título 1"/>
          <p:cNvSpPr txBox="1">
            <a:spLocks/>
          </p:cNvSpPr>
          <p:nvPr/>
        </p:nvSpPr>
        <p:spPr>
          <a:xfrm>
            <a:off x="457200" y="253536"/>
            <a:ext cx="8229600" cy="1143000"/>
          </a:xfrm>
          <a:prstGeom prst="rect">
            <a:avLst/>
          </a:prstGeom>
        </p:spPr>
        <p:txBody>
          <a:bodyPr/>
          <a:lstStyle/>
          <a:p>
            <a:pPr marL="54864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46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tint val="100000"/>
                    <a:shade val="90000"/>
                    <a:satMod val="250000"/>
                    <a:alpha val="100000"/>
                  </a:schemeClr>
                </a:solidFill>
                <a:effectLst>
                  <a:outerShdw blurRad="38100" dist="25500" dir="5400000" algn="tl" rotWithShape="0">
                    <a:srgbClr val="000000">
                      <a:satMod val="180000"/>
                      <a:alpha val="7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Caras do Mundo</a:t>
            </a:r>
          </a:p>
        </p:txBody>
      </p:sp>
      <p:pic>
        <p:nvPicPr>
          <p:cNvPr id="7170" name="Picture 2" descr="http://3.bp.blogspot.com/_7qrC24MxaYY/SUXBG-AgMvI/AAAAAAAAA0s/mef1iyx0CMk/s400/chinesinhpo.bmp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652120" y="1484784"/>
            <a:ext cx="2762250" cy="3810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Família de esquimós">
            <a:hlinkClick r:id="rId2" tooltip="Família de esquimós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76056" y="1579835"/>
            <a:ext cx="3173338" cy="4513461"/>
          </a:xfrm>
          <a:prstGeom prst="rect">
            <a:avLst/>
          </a:prstGeom>
          <a:noFill/>
        </p:spPr>
      </p:pic>
      <p:pic>
        <p:nvPicPr>
          <p:cNvPr id="3" name="Picture 2" descr="http://fotos.sapo.pt/FyAqMtf4br8GGgkYVUzn/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39552" y="1916832"/>
            <a:ext cx="4124039" cy="2670051"/>
          </a:xfrm>
          <a:prstGeom prst="rect">
            <a:avLst/>
          </a:prstGeom>
          <a:noFill/>
        </p:spPr>
      </p:pic>
      <p:sp>
        <p:nvSpPr>
          <p:cNvPr id="4" name="Título 1"/>
          <p:cNvSpPr txBox="1">
            <a:spLocks/>
          </p:cNvSpPr>
          <p:nvPr/>
        </p:nvSpPr>
        <p:spPr>
          <a:xfrm>
            <a:off x="457200" y="253536"/>
            <a:ext cx="8229600" cy="1143000"/>
          </a:xfrm>
          <a:prstGeom prst="rect">
            <a:avLst/>
          </a:prstGeom>
        </p:spPr>
        <p:txBody>
          <a:bodyPr/>
          <a:lstStyle/>
          <a:p>
            <a:pPr marL="54864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46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tint val="100000"/>
                    <a:shade val="90000"/>
                    <a:satMod val="250000"/>
                    <a:alpha val="100000"/>
                  </a:schemeClr>
                </a:solidFill>
                <a:effectLst>
                  <a:outerShdw blurRad="38100" dist="25500" dir="5400000" algn="tl" rotWithShape="0">
                    <a:srgbClr val="000000">
                      <a:satMod val="180000"/>
                      <a:alpha val="7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Caras do Mundo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Miscigenação 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sz="half" idx="1"/>
          </p:nvPr>
        </p:nvSpPr>
        <p:spPr>
          <a:xfrm>
            <a:off x="457200" y="1645920"/>
            <a:ext cx="8291264" cy="4526280"/>
          </a:xfrm>
        </p:spPr>
        <p:txBody>
          <a:bodyPr/>
          <a:lstStyle/>
          <a:p>
            <a:pPr algn="just"/>
            <a:r>
              <a:rPr lang="pt-PT" dirty="0"/>
              <a:t>O termo significa mistura de raças, de etnias, de culturas. Aplica-se essencialmente a povos como os brasileiros.</a:t>
            </a:r>
          </a:p>
          <a:p>
            <a:pPr algn="just"/>
            <a:endParaRPr lang="pt-PT" dirty="0"/>
          </a:p>
          <a:p>
            <a:pPr algn="just"/>
            <a:r>
              <a:rPr lang="pt-PT" dirty="0"/>
              <a:t>Branco+índio: caboclo ou mameluco</a:t>
            </a:r>
          </a:p>
          <a:p>
            <a:pPr algn="just"/>
            <a:r>
              <a:rPr lang="pt-PT" dirty="0"/>
              <a:t>Índios+negros:  cafuso</a:t>
            </a:r>
          </a:p>
          <a:p>
            <a:pPr algn="just"/>
            <a:r>
              <a:rPr lang="pt-PT" dirty="0"/>
              <a:t>Brancos+negros:  mulato</a:t>
            </a:r>
          </a:p>
          <a:p>
            <a:pPr algn="just"/>
            <a:endParaRPr lang="pt-PT" dirty="0"/>
          </a:p>
          <a:p>
            <a:pPr algn="just"/>
            <a:r>
              <a:rPr lang="pt-PT" dirty="0"/>
              <a:t>A tendência é o brasileiro ficar cada vez mais branco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2" descr="http://img71.imageshack.us/img71/3792/cara1zx3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404664"/>
            <a:ext cx="3851186" cy="3384376"/>
          </a:xfrm>
          <a:prstGeom prst="rect">
            <a:avLst/>
          </a:prstGeom>
          <a:noFill/>
        </p:spPr>
      </p:pic>
      <p:pic>
        <p:nvPicPr>
          <p:cNvPr id="30724" name="Picture 4" descr="http://raizculturablog.files.wordpress.com/2008/01/negro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80112" y="3140968"/>
            <a:ext cx="2857500" cy="2857500"/>
          </a:xfrm>
          <a:prstGeom prst="rect">
            <a:avLst/>
          </a:prstGeom>
          <a:noFill/>
        </p:spPr>
      </p:pic>
      <p:sp>
        <p:nvSpPr>
          <p:cNvPr id="5" name="CaixaDeTexto 4"/>
          <p:cNvSpPr txBox="1"/>
          <p:nvPr/>
        </p:nvSpPr>
        <p:spPr>
          <a:xfrm>
            <a:off x="5508104" y="1412776"/>
            <a:ext cx="20162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4000" dirty="0"/>
              <a:t>Negro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1268016" y="4517504"/>
            <a:ext cx="20162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4000" dirty="0"/>
              <a:t>Branco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Picture 2" descr="http://www.webciencia.com/09_india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476672"/>
            <a:ext cx="3834946" cy="3059435"/>
          </a:xfrm>
          <a:prstGeom prst="rect">
            <a:avLst/>
          </a:prstGeom>
          <a:noFill/>
        </p:spPr>
      </p:pic>
      <p:sp>
        <p:nvSpPr>
          <p:cNvPr id="3" name="CaixaDeTexto 2"/>
          <p:cNvSpPr txBox="1"/>
          <p:nvPr/>
        </p:nvSpPr>
        <p:spPr>
          <a:xfrm>
            <a:off x="1763688" y="4293096"/>
            <a:ext cx="20162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4000" dirty="0"/>
              <a:t>Índio</a:t>
            </a:r>
          </a:p>
        </p:txBody>
      </p:sp>
      <p:pic>
        <p:nvPicPr>
          <p:cNvPr id="33796" name="Picture 4" descr="http://novoimages.quebarato.com.br/photos/big/3/9/19039_2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51985" y="2852936"/>
            <a:ext cx="4457734" cy="3343301"/>
          </a:xfrm>
          <a:prstGeom prst="rect">
            <a:avLst/>
          </a:prstGeom>
          <a:noFill/>
        </p:spPr>
      </p:pic>
      <p:sp>
        <p:nvSpPr>
          <p:cNvPr id="5" name="CaixaDeTexto 4"/>
          <p:cNvSpPr txBox="1"/>
          <p:nvPr/>
        </p:nvSpPr>
        <p:spPr>
          <a:xfrm>
            <a:off x="5292080" y="1340768"/>
            <a:ext cx="20162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4000" dirty="0"/>
              <a:t>Mulato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http://farm3.static.flickr.com/2170/2179599022_9e36d399fe.jpg?v=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332656"/>
            <a:ext cx="3571875" cy="4762500"/>
          </a:xfrm>
          <a:prstGeom prst="rect">
            <a:avLst/>
          </a:prstGeom>
          <a:noFill/>
        </p:spPr>
      </p:pic>
      <p:sp>
        <p:nvSpPr>
          <p:cNvPr id="3" name="CaixaDeTexto 2"/>
          <p:cNvSpPr txBox="1"/>
          <p:nvPr/>
        </p:nvSpPr>
        <p:spPr>
          <a:xfrm>
            <a:off x="1403648" y="5517232"/>
            <a:ext cx="20162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4000" dirty="0" err="1"/>
              <a:t>Cafuso</a:t>
            </a:r>
            <a:endParaRPr lang="pt-PT" sz="4000" dirty="0"/>
          </a:p>
        </p:txBody>
      </p:sp>
      <p:pic>
        <p:nvPicPr>
          <p:cNvPr id="32770" name="Picture 2" descr="http://www.imagesofanthropology.com/images/Closeup_Andean_flute_player_near_the_Inca_ruins_of_Pisac_Peru_copy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04048" y="188640"/>
            <a:ext cx="3432381" cy="5148572"/>
          </a:xfrm>
          <a:prstGeom prst="rect">
            <a:avLst/>
          </a:prstGeom>
          <a:noFill/>
        </p:spPr>
      </p:pic>
      <p:sp>
        <p:nvSpPr>
          <p:cNvPr id="5" name="CaixaDeTexto 4"/>
          <p:cNvSpPr txBox="1"/>
          <p:nvPr/>
        </p:nvSpPr>
        <p:spPr>
          <a:xfrm>
            <a:off x="5364088" y="5589240"/>
            <a:ext cx="28083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4000" dirty="0" err="1"/>
              <a:t>Mameluco</a:t>
            </a:r>
            <a:endParaRPr lang="pt-PT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Etnia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PT" dirty="0"/>
              <a:t>Aos poucos o termo raça foi caindo em desuso, quando aplicado à raça humana, pois servia como justificativa ao racismo</a:t>
            </a:r>
          </a:p>
          <a:p>
            <a:pPr algn="just"/>
            <a:endParaRPr lang="pt-PT" dirty="0"/>
          </a:p>
          <a:p>
            <a:pPr algn="just"/>
            <a:r>
              <a:rPr lang="pt-PT" dirty="0"/>
              <a:t>Surge o termo etnia: comunidade humana que possui em comum um conjunto de características linguísticas, culturais e genéticas.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Conflitos Étnicos Actuais</a:t>
            </a:r>
          </a:p>
        </p:txBody>
      </p:sp>
      <p:sp>
        <p:nvSpPr>
          <p:cNvPr id="3" name="Marcador de Posição de Conteúdo 2"/>
          <p:cNvSpPr txBox="1">
            <a:spLocks/>
          </p:cNvSpPr>
          <p:nvPr/>
        </p:nvSpPr>
        <p:spPr>
          <a:xfrm>
            <a:off x="457200" y="1646236"/>
            <a:ext cx="8229600" cy="5023123"/>
          </a:xfrm>
          <a:prstGeom prst="rect">
            <a:avLst/>
          </a:prstGeom>
        </p:spPr>
        <p:txBody>
          <a:bodyPr/>
          <a:lstStyle/>
          <a:p>
            <a:pPr marL="292100" marR="0" lvl="0" indent="-2921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 2"/>
              <a:buChar char=""/>
              <a:tabLst/>
              <a:defRPr/>
            </a:pPr>
            <a:r>
              <a:rPr lang="pt-PT" sz="3200" noProof="0" dirty="0"/>
              <a:t>República da Irlanda</a:t>
            </a:r>
          </a:p>
          <a:p>
            <a:pPr marL="292100" marR="0" lvl="0" indent="-2921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Tx/>
              <a:buChar char="-"/>
              <a:tabLst/>
              <a:defRPr/>
            </a:pPr>
            <a:r>
              <a:rPr kumimoji="0" lang="pt-PT" sz="2400" b="0" i="0" u="none" strike="noStrike" kern="1200" cap="none" spc="0" normalizeH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século XII a Inglaterra conquistou a ilha da Irlanda e esta começou a receber muitos imigrantes ingleses e escoceses. No ano de 1800, a Irlanda passou a pertencer ao Reino Unido.</a:t>
            </a:r>
          </a:p>
          <a:p>
            <a:pPr marL="292100" marR="0" lvl="0" indent="-2921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Tx/>
              <a:buChar char="-"/>
              <a:tabLst/>
              <a:defRPr/>
            </a:pPr>
            <a:r>
              <a:rPr lang="pt-PT" sz="2400" dirty="0"/>
              <a:t>No inicio do século XX apareceu o partido político </a:t>
            </a:r>
            <a:r>
              <a:rPr lang="pt-PT" sz="2400" i="1" dirty="0" err="1"/>
              <a:t>Sinn</a:t>
            </a:r>
            <a:r>
              <a:rPr lang="pt-PT" sz="2400" i="1" dirty="0"/>
              <a:t> </a:t>
            </a:r>
            <a:r>
              <a:rPr lang="pt-PT" sz="2400" i="1" dirty="0" err="1"/>
              <a:t>Fein</a:t>
            </a:r>
            <a:r>
              <a:rPr lang="pt-PT" sz="2400" dirty="0"/>
              <a:t>, representante da independência e o IRA (Exército Republicano Irlandês) e com eles os conflitos.</a:t>
            </a:r>
          </a:p>
          <a:p>
            <a:pPr marL="292100" marR="0" lvl="0" indent="-2921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Tx/>
              <a:buChar char="-"/>
              <a:tabLst/>
              <a:defRPr/>
            </a:pPr>
            <a:r>
              <a:rPr kumimoji="0" lang="pt-PT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</a:t>
            </a:r>
            <a:r>
              <a:rPr kumimoji="0" lang="pt-PT" sz="24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Reino Unido sentiu-se obrigado a realizar uma consulta popular aos cidadãos, sendo que o povo do sul, católico e irlandês, votou na independência e o povo do norte, protestante e descendente de ingleses, votou  contra.</a:t>
            </a:r>
            <a:endParaRPr kumimoji="0" lang="pt-PT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92100" marR="0" lvl="0" indent="-2921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 2"/>
              <a:buChar char=""/>
              <a:tabLst/>
              <a:defRPr/>
            </a:pPr>
            <a:endParaRPr kumimoji="0" lang="pt-PT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92100" marR="0" lvl="0" indent="-2921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tabLst/>
              <a:defRPr/>
            </a:pPr>
            <a:endParaRPr kumimoji="0" lang="pt-PT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Conflitos Étnicos Actuais</a:t>
            </a:r>
          </a:p>
        </p:txBody>
      </p:sp>
      <p:sp>
        <p:nvSpPr>
          <p:cNvPr id="3" name="Marcador de Posição de Conteúdo 2"/>
          <p:cNvSpPr txBox="1">
            <a:spLocks/>
          </p:cNvSpPr>
          <p:nvPr/>
        </p:nvSpPr>
        <p:spPr>
          <a:xfrm>
            <a:off x="457200" y="1646236"/>
            <a:ext cx="8229600" cy="5023123"/>
          </a:xfrm>
          <a:prstGeom prst="rect">
            <a:avLst/>
          </a:prstGeom>
        </p:spPr>
        <p:txBody>
          <a:bodyPr/>
          <a:lstStyle/>
          <a:p>
            <a:pPr marL="292100" marR="0" lvl="0" indent="-2921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 2"/>
              <a:buChar char=""/>
              <a:tabLst/>
              <a:defRPr/>
            </a:pPr>
            <a:r>
              <a:rPr lang="pt-PT" sz="3200" noProof="0" dirty="0"/>
              <a:t>República da Irlanda</a:t>
            </a:r>
          </a:p>
          <a:p>
            <a:pPr marL="292100" marR="0" lvl="0" indent="-2921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Tx/>
              <a:buChar char="-"/>
              <a:tabLst/>
              <a:defRPr/>
            </a:pPr>
            <a:r>
              <a:rPr lang="pt-PT" sz="2400" dirty="0"/>
              <a:t>Em 1921 assinou-se o tratado em que o sul poderia ser independente mas só em 1949 o Reino Unido reconheceu a independência.</a:t>
            </a:r>
            <a:endParaRPr kumimoji="0" lang="pt-PT" sz="2400" b="0" i="0" u="none" strike="noStrike" kern="1200" cap="none" spc="0" normalizeH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92100" marR="0" lvl="0" indent="-2921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Tx/>
              <a:buChar char="-"/>
              <a:tabLst/>
              <a:defRPr/>
            </a:pPr>
            <a:r>
              <a:rPr lang="pt-PT" sz="2400" dirty="0"/>
              <a:t>Quando o IRA estendeu os atentados também a civis protestantes, o Reino Unido respondeu com violência. </a:t>
            </a:r>
          </a:p>
          <a:p>
            <a:pPr marL="292100" marR="0" lvl="0" indent="-2921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Tx/>
              <a:buChar char="-"/>
              <a:tabLst/>
              <a:defRPr/>
            </a:pPr>
            <a:r>
              <a:rPr lang="pt-PT" sz="2400" dirty="0"/>
              <a:t>No ano de 1999 assinaram um acordo de paz e estabeleceu-se um governo partilhado por católicos e protestantes.</a:t>
            </a:r>
          </a:p>
          <a:p>
            <a:pPr marL="292100" marR="0" lvl="0" indent="-2921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Tx/>
              <a:buChar char="-"/>
              <a:tabLst/>
              <a:defRPr/>
            </a:pPr>
            <a:r>
              <a:rPr kumimoji="0" lang="pt-PT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Neste</a:t>
            </a:r>
            <a:r>
              <a:rPr kumimoji="0" lang="pt-PT" sz="24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acordo está estipulada a atribuição da independência à Irlanda do Norte, caso os seus habitantes pretendam.</a:t>
            </a:r>
            <a:endParaRPr kumimoji="0" lang="pt-PT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92100" marR="0" lvl="0" indent="-2921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 2"/>
              <a:buChar char=""/>
              <a:tabLst/>
              <a:defRPr/>
            </a:pPr>
            <a:endParaRPr kumimoji="0" lang="pt-PT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92100" marR="0" lvl="0" indent="-2921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tabLst/>
              <a:defRPr/>
            </a:pPr>
            <a:endParaRPr kumimoji="0" lang="pt-PT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Irlanda</a:t>
            </a:r>
          </a:p>
        </p:txBody>
      </p:sp>
      <p:pic>
        <p:nvPicPr>
          <p:cNvPr id="33794" name="Picture 2" descr="Mapa da Irlanda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1772816"/>
            <a:ext cx="3719689" cy="4002386"/>
          </a:xfrm>
          <a:prstGeom prst="rect">
            <a:avLst/>
          </a:prstGeom>
          <a:noFill/>
        </p:spPr>
      </p:pic>
      <p:pic>
        <p:nvPicPr>
          <p:cNvPr id="33796" name="Picture 4" descr="IRA, o exército paralelo que lutou pela separação da Irlanda e do Reino Unido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60032" y="1484784"/>
            <a:ext cx="4000500" cy="26574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Conflitos Étnicos Actuais</a:t>
            </a:r>
          </a:p>
        </p:txBody>
      </p:sp>
      <p:sp>
        <p:nvSpPr>
          <p:cNvPr id="3" name="Marcador de Posição de Conteúdo 2"/>
          <p:cNvSpPr txBox="1">
            <a:spLocks/>
          </p:cNvSpPr>
          <p:nvPr/>
        </p:nvSpPr>
        <p:spPr>
          <a:xfrm>
            <a:off x="457200" y="1646236"/>
            <a:ext cx="8229600" cy="5023123"/>
          </a:xfrm>
          <a:prstGeom prst="rect">
            <a:avLst/>
          </a:prstGeom>
        </p:spPr>
        <p:txBody>
          <a:bodyPr/>
          <a:lstStyle/>
          <a:p>
            <a:pPr marL="292100" marR="0" lvl="0" indent="-2921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 2"/>
              <a:buChar char=""/>
              <a:tabLst/>
              <a:defRPr/>
            </a:pPr>
            <a:r>
              <a:rPr lang="pt-PT" sz="3200" dirty="0"/>
              <a:t>País Basco</a:t>
            </a:r>
            <a:endParaRPr lang="pt-PT" sz="3200" noProof="0" dirty="0"/>
          </a:p>
          <a:p>
            <a:pPr marL="292100" marR="0" lvl="0" indent="-2921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Tx/>
              <a:buChar char="-"/>
              <a:tabLst/>
              <a:defRPr/>
            </a:pPr>
            <a:r>
              <a:rPr lang="pt-PT" sz="2400" dirty="0"/>
              <a:t>São um povo que possui, em Espanha e França,  tradições que remontam de há 6000 mil anos. Possuem uma identidade e cultura próprias, que se traduz, por exemplo, no facto de possuírem uma língua própria.</a:t>
            </a:r>
            <a:endParaRPr kumimoji="0" lang="pt-PT" sz="2400" b="0" i="0" u="none" strike="noStrike" kern="1200" cap="none" spc="0" normalizeH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92100" marR="0" lvl="0" indent="-2921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Tx/>
              <a:buChar char="-"/>
              <a:tabLst/>
              <a:defRPr/>
            </a:pPr>
            <a:r>
              <a:rPr lang="pt-PT" sz="2400" dirty="0"/>
              <a:t>Durante a ditadura de Franco foram reprimidos culturalmente mas em 1975, com o fim desta, ganharam alguma autonomia.</a:t>
            </a:r>
          </a:p>
          <a:p>
            <a:pPr marL="292100" marR="0" lvl="0" indent="-2921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Tx/>
              <a:buChar char="-"/>
              <a:tabLst/>
              <a:defRPr/>
            </a:pPr>
            <a:r>
              <a:rPr lang="pt-PT" sz="2400" dirty="0"/>
              <a:t>Actualmente, o País Basco possui polícia própria, parlamento e um sistema de impostos.</a:t>
            </a:r>
          </a:p>
          <a:p>
            <a:pPr marL="292100" marR="0" lvl="0" indent="-2921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Tx/>
              <a:buChar char="-"/>
              <a:tabLst/>
              <a:defRPr/>
            </a:pPr>
            <a:r>
              <a:rPr lang="pt-PT" sz="2400" dirty="0"/>
              <a:t>Durante a Ditadura foi criada a ETA (“Pátria Basca e Liberdade”), organização que luta pela independência através da realização de atentados.</a:t>
            </a:r>
            <a:endParaRPr kumimoji="0" lang="pt-PT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92100" marR="0" lvl="0" indent="-2921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 2"/>
              <a:buChar char=""/>
              <a:tabLst/>
              <a:defRPr/>
            </a:pPr>
            <a:endParaRPr kumimoji="0" lang="pt-PT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92100" marR="0" lvl="0" indent="-2921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tabLst/>
              <a:defRPr/>
            </a:pPr>
            <a:endParaRPr kumimoji="0" lang="pt-PT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País Basco</a:t>
            </a:r>
          </a:p>
        </p:txBody>
      </p:sp>
      <p:pic>
        <p:nvPicPr>
          <p:cNvPr id="35842" name="Picture 2" descr="http://dicasimperdiveis.files.wordpress.com/2007/06/espanha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9592" y="2204864"/>
            <a:ext cx="4229100" cy="36957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Conceitos</a:t>
            </a:r>
          </a:p>
        </p:txBody>
      </p:sp>
      <p:sp>
        <p:nvSpPr>
          <p:cNvPr id="3" name="Marcador de Posição de Conteúdo 2"/>
          <p:cNvSpPr txBox="1">
            <a:spLocks/>
          </p:cNvSpPr>
          <p:nvPr/>
        </p:nvSpPr>
        <p:spPr>
          <a:xfrm>
            <a:off x="457200" y="1646236"/>
            <a:ext cx="8229600" cy="5023123"/>
          </a:xfrm>
          <a:prstGeom prst="rect">
            <a:avLst/>
          </a:prstGeom>
        </p:spPr>
        <p:txBody>
          <a:bodyPr/>
          <a:lstStyle/>
          <a:p>
            <a:pPr marL="292100" indent="-292100" algn="just">
              <a:buClr>
                <a:schemeClr val="accent1"/>
              </a:buClr>
              <a:buSzPct val="70000"/>
            </a:pPr>
            <a:r>
              <a:rPr lang="pt-PT" sz="2400" dirty="0"/>
              <a:t>Racismo: acreditar na existência de raças e que umas são superiores a outras. As pessoas racistas defendem que só existem uma que deve dominar as outras e essa será, obviamente, a sua.</a:t>
            </a:r>
          </a:p>
          <a:p>
            <a:pPr marL="292100" indent="-292100" algn="just">
              <a:buClr>
                <a:schemeClr val="accent1"/>
              </a:buClr>
              <a:buSzPct val="70000"/>
              <a:buFontTx/>
              <a:buChar char="-"/>
            </a:pPr>
            <a:r>
              <a:rPr lang="pt-PT" sz="2400" dirty="0"/>
              <a:t>Normalmente são pessoas violentas quando aqueles que eles querem subjugar não lhe obedecem.</a:t>
            </a:r>
          </a:p>
          <a:p>
            <a:pPr marL="292100" indent="-292100" algn="just">
              <a:buClr>
                <a:schemeClr val="accent1"/>
              </a:buClr>
              <a:buSzPct val="70000"/>
            </a:pPr>
            <a:r>
              <a:rPr lang="pt-PT" sz="2400" dirty="0"/>
              <a:t>Xenofobia: medo do que é diferente de si, do ponto de vista físico e genético, ou então do ponto de vista da postura social. As pessoas xenófobas acreditam que o contacto com o que é diferente os pode contaminar.</a:t>
            </a:r>
          </a:p>
          <a:p>
            <a:pPr marL="292100" indent="-292100" algn="just">
              <a:buClr>
                <a:schemeClr val="accent1"/>
              </a:buClr>
              <a:buSzPct val="70000"/>
            </a:pPr>
            <a:r>
              <a:rPr lang="pt-PT" sz="2400" dirty="0"/>
              <a:t>Discriminação: desprezo que as pessoas manifestam por indivíduos em que condições que na sua mente, são inferiores ou prejudiciais aos seus intuitos.</a:t>
            </a:r>
          </a:p>
          <a:p>
            <a:pPr marL="292100" marR="0" lvl="0" indent="-2921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Tx/>
              <a:buChar char="-"/>
              <a:tabLst/>
              <a:defRPr/>
            </a:pPr>
            <a:endParaRPr kumimoji="0" lang="pt-PT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92100" marR="0" lvl="0" indent="-2921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tabLst/>
              <a:defRPr/>
            </a:pPr>
            <a:endParaRPr kumimoji="0" lang="pt-PT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undição">
  <a:themeElements>
    <a:clrScheme name="Fundição">
      <a:dk1>
        <a:sysClr val="windowText" lastClr="000000"/>
      </a:dk1>
      <a:lt1>
        <a:sysClr val="window" lastClr="FFFFFF"/>
      </a:lt1>
      <a:dk2>
        <a:srgbClr val="676A55"/>
      </a:dk2>
      <a:lt2>
        <a:srgbClr val="EAEBDE"/>
      </a:lt2>
      <a:accent1>
        <a:srgbClr val="72A376"/>
      </a:accent1>
      <a:accent2>
        <a:srgbClr val="B0CCB0"/>
      </a:accent2>
      <a:accent3>
        <a:srgbClr val="A8CDD7"/>
      </a:accent3>
      <a:accent4>
        <a:srgbClr val="C0BEAF"/>
      </a:accent4>
      <a:accent5>
        <a:srgbClr val="CEC597"/>
      </a:accent5>
      <a:accent6>
        <a:srgbClr val="E8B7B7"/>
      </a:accent6>
      <a:hlink>
        <a:srgbClr val="DB5353"/>
      </a:hlink>
      <a:folHlink>
        <a:srgbClr val="903638"/>
      </a:folHlink>
    </a:clrScheme>
    <a:fontScheme name="Fundição">
      <a:maj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undição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80000"/>
              </a:schemeClr>
            </a:gs>
            <a:gs pos="62000">
              <a:schemeClr val="phClr">
                <a:tint val="30000"/>
                <a:satMod val="180000"/>
              </a:schemeClr>
            </a:gs>
            <a:gs pos="100000">
              <a:schemeClr val="phClr">
                <a:tint val="22000"/>
                <a:satMod val="18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8000"/>
                <a:satMod val="150000"/>
              </a:schemeClr>
            </a:gs>
            <a:gs pos="72000">
              <a:schemeClr val="phClr">
                <a:tint val="90000"/>
                <a:satMod val="135000"/>
              </a:schemeClr>
            </a:gs>
            <a:gs pos="100000">
              <a:schemeClr val="phClr">
                <a:tint val="8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80000"/>
            </a:schemeClr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000000"/>
            </a:lightRig>
          </a:scene3d>
          <a:sp3d prstMaterial="matte">
            <a:bevelT w="63500" h="635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5000"/>
                <a:satMod val="400000"/>
              </a:schemeClr>
            </a:gs>
            <a:gs pos="20000">
              <a:schemeClr val="phClr">
                <a:tint val="80000"/>
                <a:satMod val="355000"/>
              </a:schemeClr>
            </a:gs>
            <a:gs pos="100000">
              <a:schemeClr val="phClr">
                <a:tint val="95000"/>
                <a:shade val="55000"/>
                <a:satMod val="355000"/>
              </a:schemeClr>
            </a:gs>
          </a:gsLst>
          <a:path path="circle">
            <a:fillToRect l="67500" t="35000" r="32500" b="65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0"/>
                <a:satMod val="120000"/>
              </a:schemeClr>
              <a:schemeClr val="phClr">
                <a:tint val="70000"/>
                <a:satMod val="250000"/>
              </a:schemeClr>
            </a:duotone>
          </a:blip>
          <a:tile tx="0" ty="0" sx="50000" sy="50000" flip="none" algn="t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052B5E3D4076344BDB4334243B20B71" ma:contentTypeVersion="10" ma:contentTypeDescription="Criar um novo documento." ma:contentTypeScope="" ma:versionID="d283de415908778ef41adb1e4681916b">
  <xsd:schema xmlns:xsd="http://www.w3.org/2001/XMLSchema" xmlns:xs="http://www.w3.org/2001/XMLSchema" xmlns:p="http://schemas.microsoft.com/office/2006/metadata/properties" xmlns:ns2="6638e4a7-a24a-4dff-9a97-a279f6151ace" targetNamespace="http://schemas.microsoft.com/office/2006/metadata/properties" ma:root="true" ma:fieldsID="b66e12d83e3be8fd1e9e05f0daa32285" ns2:_="">
    <xsd:import namespace="6638e4a7-a24a-4dff-9a97-a279f6151ac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38e4a7-a24a-4dff-9a97-a279f6151ac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Location" ma:index="12" nillable="true" ma:displayName="Location" ma:internalName="MediaServiceLocation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681A20A-2A9C-43A3-BC02-630412112DD6}"/>
</file>

<file path=customXml/itemProps2.xml><?xml version="1.0" encoding="utf-8"?>
<ds:datastoreItem xmlns:ds="http://schemas.openxmlformats.org/officeDocument/2006/customXml" ds:itemID="{3BDE0B3F-27A9-4F8E-9E1A-383D2FFEBA27}"/>
</file>

<file path=customXml/itemProps3.xml><?xml version="1.0" encoding="utf-8"?>
<ds:datastoreItem xmlns:ds="http://schemas.openxmlformats.org/officeDocument/2006/customXml" ds:itemID="{A5D2D6B2-C7DE-43CB-A8F0-5647BD21F932}"/>
</file>

<file path=docProps/app.xml><?xml version="1.0" encoding="utf-8"?>
<Properties xmlns="http://schemas.openxmlformats.org/officeDocument/2006/extended-properties" xmlns:vt="http://schemas.openxmlformats.org/officeDocument/2006/docPropsVTypes">
  <Template>Foundry</Template>
  <TotalTime>813</TotalTime>
  <Words>857</Words>
  <Application>Microsoft Office PowerPoint</Application>
  <PresentationFormat>Apresentação no Ecrã (4:3)</PresentationFormat>
  <Paragraphs>76</Paragraphs>
  <Slides>26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26</vt:i4>
      </vt:variant>
    </vt:vector>
  </HeadingPairs>
  <TitlesOfParts>
    <vt:vector size="30" baseType="lpstr">
      <vt:lpstr>Calibri</vt:lpstr>
      <vt:lpstr>Rockwell</vt:lpstr>
      <vt:lpstr>Wingdings 2</vt:lpstr>
      <vt:lpstr>Fundição</vt:lpstr>
      <vt:lpstr>Teoria das Raças</vt:lpstr>
      <vt:lpstr>Apresentação do PowerPoint</vt:lpstr>
      <vt:lpstr>Globo</vt:lpstr>
      <vt:lpstr>Raça Animal</vt:lpstr>
      <vt:lpstr>Raça Humana</vt:lpstr>
      <vt:lpstr>Raça Humana</vt:lpstr>
      <vt:lpstr>Raça Humana</vt:lpstr>
      <vt:lpstr>Raça Humana</vt:lpstr>
      <vt:lpstr>Raça Humana</vt:lpstr>
      <vt:lpstr>Raça Humana</vt:lpstr>
      <vt:lpstr>Caras do Mundo</vt:lpstr>
      <vt:lpstr>Caras do Mundo</vt:lpstr>
      <vt:lpstr>Apresentação do PowerPoint</vt:lpstr>
      <vt:lpstr>Apresentação do PowerPoint</vt:lpstr>
      <vt:lpstr>Apresentação do PowerPoint</vt:lpstr>
      <vt:lpstr>Miscigenação </vt:lpstr>
      <vt:lpstr>Apresentação do PowerPoint</vt:lpstr>
      <vt:lpstr>Apresentação do PowerPoint</vt:lpstr>
      <vt:lpstr>Apresentação do PowerPoint</vt:lpstr>
      <vt:lpstr>Etnia</vt:lpstr>
      <vt:lpstr>Conflitos Étnicos Actuais</vt:lpstr>
      <vt:lpstr>Conflitos Étnicos Actuais</vt:lpstr>
      <vt:lpstr>Irlanda</vt:lpstr>
      <vt:lpstr>Conflitos Étnicos Actuais</vt:lpstr>
      <vt:lpstr>País Basco</vt:lpstr>
      <vt:lpstr>Conceitos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Teoria das Raças</dc:title>
  <dc:creator>Carolina</dc:creator>
  <cp:lastModifiedBy>Carolina Queirós</cp:lastModifiedBy>
  <cp:revision>78</cp:revision>
  <dcterms:created xsi:type="dcterms:W3CDTF">2010-11-16T19:32:18Z</dcterms:created>
  <dcterms:modified xsi:type="dcterms:W3CDTF">2020-07-27T09:49:37Z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0x010100A052B5E3D4076344BDB4334243B20B71</vt:lpwstr>
  </property>
</Properties>
</file>